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nivasa reddy kunduru" userId="871e5972bf4a269f" providerId="LiveId" clId="{1F2978F4-BF73-4B83-A71B-5FDA0D0F7FAE}"/>
    <pc:docChg chg="modSld">
      <pc:chgData name="Srinivasa reddy kunduru" userId="871e5972bf4a269f" providerId="LiveId" clId="{1F2978F4-BF73-4B83-A71B-5FDA0D0F7FAE}" dt="2026-08-05T08:54:38.118" v="46" actId="20577"/>
      <pc:docMkLst>
        <pc:docMk/>
      </pc:docMkLst>
      <pc:sldChg chg="modSp mod">
        <pc:chgData name="Srinivasa reddy kunduru" userId="871e5972bf4a269f" providerId="LiveId" clId="{1F2978F4-BF73-4B83-A71B-5FDA0D0F7FAE}" dt="2026-08-05T08:54:38.118" v="46" actId="20577"/>
        <pc:sldMkLst>
          <pc:docMk/>
          <pc:sldMk cId="3202129700" sldId="256"/>
        </pc:sldMkLst>
        <pc:spChg chg="mod">
          <ac:chgData name="Srinivasa reddy kunduru" userId="871e5972bf4a269f" providerId="LiveId" clId="{1F2978F4-BF73-4B83-A71B-5FDA0D0F7FAE}" dt="2026-08-05T08:54:38.118" v="46" actId="20577"/>
          <ac:spMkLst>
            <pc:docMk/>
            <pc:sldMk cId="3202129700" sldId="256"/>
            <ac:spMk id="3" creationId="{C490132C-6B6E-8289-32C7-22F8C0B292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2C3FF-0388-1146-9335-D3E783A763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2CB576-81DD-87B6-8E1E-3FBF233FF9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B15DD0-98FE-6153-2ACB-D6A33991DE33}"/>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5" name="Footer Placeholder 4">
            <a:extLst>
              <a:ext uri="{FF2B5EF4-FFF2-40B4-BE49-F238E27FC236}">
                <a16:creationId xmlns:a16="http://schemas.microsoft.com/office/drawing/2014/main" id="{D3123703-1792-BA7E-6633-004E3CE37E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92AC7F-99DE-C4B9-DB9B-A995717CF5B2}"/>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273001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7B56-E3F8-C818-3CDB-6099D50229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A8950A-CC03-B2DB-AF0A-364A613D42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2804C0-721F-10A9-B027-9974C0966DFF}"/>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5" name="Footer Placeholder 4">
            <a:extLst>
              <a:ext uri="{FF2B5EF4-FFF2-40B4-BE49-F238E27FC236}">
                <a16:creationId xmlns:a16="http://schemas.microsoft.com/office/drawing/2014/main" id="{CA7CDF6A-1024-3466-4500-8E19CEA0FC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6E5630-2389-2153-96C9-D1E7C3F9D3C0}"/>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175401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9927A-9E55-E772-5B60-03091EFDD2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44E571-D332-51B0-7D40-392979F9C0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166C65-EE43-90E8-539A-AF18DEA13CA3}"/>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5" name="Footer Placeholder 4">
            <a:extLst>
              <a:ext uri="{FF2B5EF4-FFF2-40B4-BE49-F238E27FC236}">
                <a16:creationId xmlns:a16="http://schemas.microsoft.com/office/drawing/2014/main" id="{7F83E4C9-D3E3-B7D1-695F-80DDB74824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34C6F4-6108-9B15-02F4-FE69F4F1F039}"/>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2681437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04B25-220B-9C4B-1308-B5C050F03F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F367C7-E9A9-7712-4486-050CC45A10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7363B0-553C-A62A-2EBB-D8B8FC0C82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32D7A8-1B1D-ACE5-5B9D-8BC15AD68A1E}"/>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6" name="Footer Placeholder 5">
            <a:extLst>
              <a:ext uri="{FF2B5EF4-FFF2-40B4-BE49-F238E27FC236}">
                <a16:creationId xmlns:a16="http://schemas.microsoft.com/office/drawing/2014/main" id="{CCF9C26E-13A1-8352-BEAB-D917B0BE05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61F638-AF0D-3FE8-EAFD-F2484ACC8E91}"/>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2677808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5D46-6F75-F95F-F792-B18FECD2E0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454E58-90CD-5DC4-E3A5-9231ECBC28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CB2AD7-935D-BBE4-C806-F2AC1B33AF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D8F93D-A8DA-BAD4-35D0-D49B37A9C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9D9CAE-66F0-E4CA-AA6E-4D8DA22FC5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33F58D-D53E-9CE5-BCE6-7BDA8684E55D}"/>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8" name="Footer Placeholder 7">
            <a:extLst>
              <a:ext uri="{FF2B5EF4-FFF2-40B4-BE49-F238E27FC236}">
                <a16:creationId xmlns:a16="http://schemas.microsoft.com/office/drawing/2014/main" id="{FB1CC5D6-95D3-1DDE-3BE3-DB94521115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179DC3-1955-BAD9-7C67-AAC3E7925E22}"/>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833919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E764-7428-9FE7-E4AA-59C1DE3228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BA98A9-8E06-A12F-4255-7D9C00217812}"/>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4" name="Footer Placeholder 3">
            <a:extLst>
              <a:ext uri="{FF2B5EF4-FFF2-40B4-BE49-F238E27FC236}">
                <a16:creationId xmlns:a16="http://schemas.microsoft.com/office/drawing/2014/main" id="{078BE44D-C83F-C485-7189-9559FDD701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3CEACA-110E-FA0F-A23F-563147AC0321}"/>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4106438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6451E2-E354-2CC7-1CBB-C8F39A0F728E}"/>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3" name="Footer Placeholder 2">
            <a:extLst>
              <a:ext uri="{FF2B5EF4-FFF2-40B4-BE49-F238E27FC236}">
                <a16:creationId xmlns:a16="http://schemas.microsoft.com/office/drawing/2014/main" id="{8CB06DD9-6023-54DD-7643-846A984DAC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DE2E72-6BED-5E39-12BE-0E8E5C1A98B8}"/>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1537343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0F2B2-5013-407D-EF10-72A170D6E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EC1BD7-D820-06C2-D21B-893DE30921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9C4688-F65C-0325-B3C3-6F0ABEB81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342264-62E9-2FD9-AB36-743DE3EB6342}"/>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6" name="Footer Placeholder 5">
            <a:extLst>
              <a:ext uri="{FF2B5EF4-FFF2-40B4-BE49-F238E27FC236}">
                <a16:creationId xmlns:a16="http://schemas.microsoft.com/office/drawing/2014/main" id="{71A56441-D10E-33DD-5ABE-32505D78F2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FB4A95-0C16-B169-DEBB-8716D5B1ABA4}"/>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562740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19CA-94D3-08EF-3C4D-1A946E7BD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A8BCC0-8C79-2A16-61BD-7A2AFFF7A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C0500A-C063-AC5B-FE7B-22C157743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2F714B-1C9A-4C92-190E-73C01EAAEE51}"/>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6" name="Footer Placeholder 5">
            <a:extLst>
              <a:ext uri="{FF2B5EF4-FFF2-40B4-BE49-F238E27FC236}">
                <a16:creationId xmlns:a16="http://schemas.microsoft.com/office/drawing/2014/main" id="{576E8D7A-8047-F18F-9508-DE9B9CC3EE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554BB8-B16E-F6C6-5D4E-A50F1B1DA86B}"/>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112476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DE707-12EF-61C2-5208-3AF98C5BD8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56D695-0566-2C58-B5DE-D4133760D9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07597A-DF8E-98FC-8256-F7E646E6C387}"/>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5" name="Footer Placeholder 4">
            <a:extLst>
              <a:ext uri="{FF2B5EF4-FFF2-40B4-BE49-F238E27FC236}">
                <a16:creationId xmlns:a16="http://schemas.microsoft.com/office/drawing/2014/main" id="{E4135CCC-ED01-C5F3-F6B7-A022977DE7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7FF919-895D-1C5D-5106-313DE9FAF095}"/>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2736594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0BD5B-FB37-62C3-5EFE-CC671FBFB1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EDF224-C11D-593B-2796-C49F65B953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95F909-2961-91C9-6EA6-865500D10579}"/>
              </a:ext>
            </a:extLst>
          </p:cNvPr>
          <p:cNvSpPr>
            <a:spLocks noGrp="1"/>
          </p:cNvSpPr>
          <p:nvPr>
            <p:ph type="dt" sz="half" idx="10"/>
          </p:nvPr>
        </p:nvSpPr>
        <p:spPr/>
        <p:txBody>
          <a:bodyPr/>
          <a:lstStyle/>
          <a:p>
            <a:fld id="{CEEBF60D-1253-4502-BB68-7465C491C996}" type="datetimeFigureOut">
              <a:rPr lang="en-IN" smtClean="0"/>
              <a:t>05-08-2026</a:t>
            </a:fld>
            <a:endParaRPr lang="en-IN"/>
          </a:p>
        </p:txBody>
      </p:sp>
      <p:sp>
        <p:nvSpPr>
          <p:cNvPr id="5" name="Footer Placeholder 4">
            <a:extLst>
              <a:ext uri="{FF2B5EF4-FFF2-40B4-BE49-F238E27FC236}">
                <a16:creationId xmlns:a16="http://schemas.microsoft.com/office/drawing/2014/main" id="{06610F11-8189-2C3C-A41E-32A45B5927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9C8ABF-D839-DA5F-2991-F16C66132B82}"/>
              </a:ext>
            </a:extLst>
          </p:cNvPr>
          <p:cNvSpPr>
            <a:spLocks noGrp="1"/>
          </p:cNvSpPr>
          <p:nvPr>
            <p:ph type="sldNum" sz="quarter" idx="12"/>
          </p:nvPr>
        </p:nvSpPr>
        <p:spPr/>
        <p:txBody>
          <a:bodyPr/>
          <a:lstStyle/>
          <a:p>
            <a:fld id="{EA330F01-94F7-4E14-9C14-49BF5C493991}" type="slidenum">
              <a:rPr lang="en-IN" smtClean="0"/>
              <a:t>‹#›</a:t>
            </a:fld>
            <a:endParaRPr lang="en-IN"/>
          </a:p>
        </p:txBody>
      </p:sp>
    </p:spTree>
    <p:extLst>
      <p:ext uri="{BB962C8B-B14F-4D97-AF65-F5344CB8AC3E}">
        <p14:creationId xmlns:p14="http://schemas.microsoft.com/office/powerpoint/2010/main" val="1442231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8D3112-B6A0-013E-A46E-CD05175003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F8B3C3-5104-C040-2724-698141FE6A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1E88F5-FE97-E1AE-604D-E2A90D0FCC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EBF60D-1253-4502-BB68-7465C491C996}" type="datetimeFigureOut">
              <a:rPr lang="en-IN" smtClean="0"/>
              <a:t>05-08-2026</a:t>
            </a:fld>
            <a:endParaRPr lang="en-IN"/>
          </a:p>
        </p:txBody>
      </p:sp>
      <p:sp>
        <p:nvSpPr>
          <p:cNvPr id="5" name="Footer Placeholder 4">
            <a:extLst>
              <a:ext uri="{FF2B5EF4-FFF2-40B4-BE49-F238E27FC236}">
                <a16:creationId xmlns:a16="http://schemas.microsoft.com/office/drawing/2014/main" id="{67144C03-CF9E-018B-8897-D127B713F0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7989088-38E0-0D91-5845-7E5C8AD2D3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330F01-94F7-4E14-9C14-49BF5C493991}" type="slidenum">
              <a:rPr lang="en-IN" smtClean="0"/>
              <a:t>‹#›</a:t>
            </a:fld>
            <a:endParaRPr lang="en-IN"/>
          </a:p>
        </p:txBody>
      </p:sp>
    </p:spTree>
    <p:extLst>
      <p:ext uri="{BB962C8B-B14F-4D97-AF65-F5344CB8AC3E}">
        <p14:creationId xmlns:p14="http://schemas.microsoft.com/office/powerpoint/2010/main" val="334374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D126A-C9ED-05AC-8B42-D85E3C084588}"/>
              </a:ext>
            </a:extLst>
          </p:cNvPr>
          <p:cNvSpPr>
            <a:spLocks noGrp="1"/>
          </p:cNvSpPr>
          <p:nvPr>
            <p:ph type="ctrTitle"/>
          </p:nvPr>
        </p:nvSpPr>
        <p:spPr/>
        <p:txBody>
          <a:bodyPr/>
          <a:lstStyle/>
          <a:p>
            <a:r>
              <a:rPr lang="en-IN" dirty="0"/>
              <a:t>Decision Tree Learning and Representation</a:t>
            </a:r>
          </a:p>
        </p:txBody>
      </p:sp>
      <p:sp>
        <p:nvSpPr>
          <p:cNvPr id="3" name="Subtitle 2">
            <a:extLst>
              <a:ext uri="{FF2B5EF4-FFF2-40B4-BE49-F238E27FC236}">
                <a16:creationId xmlns:a16="http://schemas.microsoft.com/office/drawing/2014/main" id="{C490132C-6B6E-8289-32C7-22F8C0B292BB}"/>
              </a:ext>
            </a:extLst>
          </p:cNvPr>
          <p:cNvSpPr>
            <a:spLocks noGrp="1"/>
          </p:cNvSpPr>
          <p:nvPr>
            <p:ph type="subTitle" idx="1"/>
          </p:nvPr>
        </p:nvSpPr>
        <p:spPr/>
        <p:txBody>
          <a:bodyPr/>
          <a:lstStyle/>
          <a:p>
            <a:r>
              <a:rPr lang="en-US" dirty="0"/>
              <a:t>Presented By:</a:t>
            </a:r>
          </a:p>
          <a:p>
            <a:r>
              <a:rPr lang="en-US" dirty="0" err="1"/>
              <a:t>K.Harsha</a:t>
            </a:r>
            <a:r>
              <a:rPr lang="en-US" dirty="0"/>
              <a:t> Kumar(192412376)</a:t>
            </a:r>
            <a:endParaRPr lang="en-IN" dirty="0"/>
          </a:p>
        </p:txBody>
      </p:sp>
    </p:spTree>
    <p:extLst>
      <p:ext uri="{BB962C8B-B14F-4D97-AF65-F5344CB8AC3E}">
        <p14:creationId xmlns:p14="http://schemas.microsoft.com/office/powerpoint/2010/main" val="320212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3980C-1711-FF37-7899-7BE686725C28}"/>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6B1E5DC0-99B1-5A11-0450-C3BA43C6DFFD}"/>
              </a:ext>
            </a:extLst>
          </p:cNvPr>
          <p:cNvSpPr>
            <a:spLocks noGrp="1"/>
          </p:cNvSpPr>
          <p:nvPr>
            <p:ph idx="1"/>
          </p:nvPr>
        </p:nvSpPr>
        <p:spPr/>
        <p:txBody>
          <a:bodyPr/>
          <a:lstStyle/>
          <a:p>
            <a:r>
              <a:rPr lang="en-IN" dirty="0"/>
              <a:t>Decision Tree is a supervised machine learning algorithm. It is mainly used for classification and regression tasks. It represents decisions in a tree-like structure. The model is simple, visual, and easy to understand.</a:t>
            </a:r>
          </a:p>
        </p:txBody>
      </p:sp>
    </p:spTree>
    <p:extLst>
      <p:ext uri="{BB962C8B-B14F-4D97-AF65-F5344CB8AC3E}">
        <p14:creationId xmlns:p14="http://schemas.microsoft.com/office/powerpoint/2010/main" val="1213063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2E177-DC8E-D0C2-FAAA-AE8B271BE555}"/>
              </a:ext>
            </a:extLst>
          </p:cNvPr>
          <p:cNvSpPr>
            <a:spLocks noGrp="1"/>
          </p:cNvSpPr>
          <p:nvPr>
            <p:ph type="title"/>
          </p:nvPr>
        </p:nvSpPr>
        <p:spPr/>
        <p:txBody>
          <a:bodyPr/>
          <a:lstStyle/>
          <a:p>
            <a:r>
              <a:rPr lang="en-IN" dirty="0"/>
              <a:t>Working of Decision Tree</a:t>
            </a:r>
          </a:p>
        </p:txBody>
      </p:sp>
      <p:sp>
        <p:nvSpPr>
          <p:cNvPr id="3" name="Content Placeholder 2">
            <a:extLst>
              <a:ext uri="{FF2B5EF4-FFF2-40B4-BE49-F238E27FC236}">
                <a16:creationId xmlns:a16="http://schemas.microsoft.com/office/drawing/2014/main" id="{3E4C199B-A7EE-42E1-7EC0-B1B8BE4D8A76}"/>
              </a:ext>
            </a:extLst>
          </p:cNvPr>
          <p:cNvSpPr>
            <a:spLocks noGrp="1"/>
          </p:cNvSpPr>
          <p:nvPr>
            <p:ph idx="1"/>
          </p:nvPr>
        </p:nvSpPr>
        <p:spPr/>
        <p:txBody>
          <a:bodyPr/>
          <a:lstStyle/>
          <a:p>
            <a:r>
              <a:rPr lang="en-IN" dirty="0"/>
              <a:t>The algorithm starts with the root node containing all data. It selects the best feature for splitting the data. The process continues until leaf nodes are reached. Each leaf node represents the final predicted class.</a:t>
            </a:r>
          </a:p>
        </p:txBody>
      </p:sp>
    </p:spTree>
    <p:extLst>
      <p:ext uri="{BB962C8B-B14F-4D97-AF65-F5344CB8AC3E}">
        <p14:creationId xmlns:p14="http://schemas.microsoft.com/office/powerpoint/2010/main" val="1066925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94E03-FE59-4904-8B13-B029A448A186}"/>
              </a:ext>
            </a:extLst>
          </p:cNvPr>
          <p:cNvSpPr>
            <a:spLocks noGrp="1"/>
          </p:cNvSpPr>
          <p:nvPr>
            <p:ph type="title"/>
          </p:nvPr>
        </p:nvSpPr>
        <p:spPr/>
        <p:txBody>
          <a:bodyPr/>
          <a:lstStyle/>
          <a:p>
            <a:r>
              <a:rPr lang="en-IN" dirty="0"/>
              <a:t>Entropy and Information Gain</a:t>
            </a:r>
          </a:p>
        </p:txBody>
      </p:sp>
      <p:sp>
        <p:nvSpPr>
          <p:cNvPr id="3" name="Content Placeholder 2">
            <a:extLst>
              <a:ext uri="{FF2B5EF4-FFF2-40B4-BE49-F238E27FC236}">
                <a16:creationId xmlns:a16="http://schemas.microsoft.com/office/drawing/2014/main" id="{826A9F06-4182-E5FD-D86B-7D8B2EC5E58C}"/>
              </a:ext>
            </a:extLst>
          </p:cNvPr>
          <p:cNvSpPr>
            <a:spLocks noGrp="1"/>
          </p:cNvSpPr>
          <p:nvPr>
            <p:ph idx="1"/>
          </p:nvPr>
        </p:nvSpPr>
        <p:spPr/>
        <p:txBody>
          <a:bodyPr/>
          <a:lstStyle/>
          <a:p>
            <a:r>
              <a:rPr lang="en-IN" b="1" dirty="0"/>
              <a:t>Entropy</a:t>
            </a:r>
            <a:r>
              <a:rPr lang="en-IN" dirty="0"/>
              <a:t> measures the uncertainty or impurity in a dataset. </a:t>
            </a:r>
            <a:r>
              <a:rPr lang="en-IN" b="1" dirty="0"/>
              <a:t>Information Gain</a:t>
            </a:r>
            <a:r>
              <a:rPr lang="en-IN" dirty="0"/>
              <a:t> measures the reduction in entropy after splitting. The feature with the highest information gain is selected. This helps create an accurate and efficient decision tree.</a:t>
            </a:r>
          </a:p>
        </p:txBody>
      </p:sp>
    </p:spTree>
    <p:extLst>
      <p:ext uri="{BB962C8B-B14F-4D97-AF65-F5344CB8AC3E}">
        <p14:creationId xmlns:p14="http://schemas.microsoft.com/office/powerpoint/2010/main" val="2827011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FB4A9-6D15-F3FD-11F8-9825B01891FC}"/>
              </a:ext>
            </a:extLst>
          </p:cNvPr>
          <p:cNvSpPr>
            <a:spLocks noGrp="1"/>
          </p:cNvSpPr>
          <p:nvPr>
            <p:ph type="title"/>
          </p:nvPr>
        </p:nvSpPr>
        <p:spPr/>
        <p:txBody>
          <a:bodyPr/>
          <a:lstStyle/>
          <a:p>
            <a:r>
              <a:rPr lang="en-IN" dirty="0"/>
              <a:t>Tree Pruning</a:t>
            </a:r>
          </a:p>
        </p:txBody>
      </p:sp>
      <p:sp>
        <p:nvSpPr>
          <p:cNvPr id="3" name="Content Placeholder 2">
            <a:extLst>
              <a:ext uri="{FF2B5EF4-FFF2-40B4-BE49-F238E27FC236}">
                <a16:creationId xmlns:a16="http://schemas.microsoft.com/office/drawing/2014/main" id="{7812B0FA-2A8D-834E-5302-1B674B379C26}"/>
              </a:ext>
            </a:extLst>
          </p:cNvPr>
          <p:cNvSpPr>
            <a:spLocks noGrp="1"/>
          </p:cNvSpPr>
          <p:nvPr>
            <p:ph idx="1"/>
          </p:nvPr>
        </p:nvSpPr>
        <p:spPr/>
        <p:txBody>
          <a:bodyPr/>
          <a:lstStyle/>
          <a:p>
            <a:r>
              <a:rPr lang="en-IN" dirty="0"/>
              <a:t>Tree pruning removes unnecessary branches from the tree. It reduces overfitting and improves model performance. Pruning creates a simpler and more efficient model. It also improves prediction on new, unseen data.</a:t>
            </a:r>
          </a:p>
        </p:txBody>
      </p:sp>
    </p:spTree>
    <p:extLst>
      <p:ext uri="{BB962C8B-B14F-4D97-AF65-F5344CB8AC3E}">
        <p14:creationId xmlns:p14="http://schemas.microsoft.com/office/powerpoint/2010/main" val="362077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F808-54B4-9D4C-48A1-FE86ABADF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A3A8C-8388-AE22-09DE-9E79E8A0E24B}"/>
              </a:ext>
            </a:extLst>
          </p:cNvPr>
          <p:cNvSpPr>
            <a:spLocks noGrp="1"/>
          </p:cNvSpPr>
          <p:nvPr>
            <p:ph type="title"/>
          </p:nvPr>
        </p:nvSpPr>
        <p:spPr/>
        <p:txBody>
          <a:bodyPr/>
          <a:lstStyle/>
          <a:p>
            <a:r>
              <a:rPr lang="en-IN" dirty="0"/>
              <a:t>Advantages and Limitations</a:t>
            </a:r>
          </a:p>
        </p:txBody>
      </p:sp>
      <p:sp>
        <p:nvSpPr>
          <p:cNvPr id="3" name="Content Placeholder 2">
            <a:extLst>
              <a:ext uri="{FF2B5EF4-FFF2-40B4-BE49-F238E27FC236}">
                <a16:creationId xmlns:a16="http://schemas.microsoft.com/office/drawing/2014/main" id="{017766F1-D1B5-530C-1EF3-81E053629D71}"/>
              </a:ext>
            </a:extLst>
          </p:cNvPr>
          <p:cNvSpPr>
            <a:spLocks noGrp="1"/>
          </p:cNvSpPr>
          <p:nvPr>
            <p:ph idx="1"/>
          </p:nvPr>
        </p:nvSpPr>
        <p:spPr/>
        <p:txBody>
          <a:bodyPr/>
          <a:lstStyle/>
          <a:p>
            <a:r>
              <a:rPr lang="en-IN" dirty="0"/>
              <a:t>Decision trees are easy to understand and interpret. They require little data preprocessing and are fast. However, they may overfit noisy or small datasets. Small changes in data can produce a different tree.</a:t>
            </a:r>
          </a:p>
        </p:txBody>
      </p:sp>
    </p:spTree>
    <p:extLst>
      <p:ext uri="{BB962C8B-B14F-4D97-AF65-F5344CB8AC3E}">
        <p14:creationId xmlns:p14="http://schemas.microsoft.com/office/powerpoint/2010/main" val="3453690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09F5-3DA3-3FF0-1C68-D8BF67841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5AAE3-FC83-0185-25AB-54B3D198A39F}"/>
              </a:ext>
            </a:extLst>
          </p:cNvPr>
          <p:cNvSpPr>
            <a:spLocks noGrp="1"/>
          </p:cNvSpPr>
          <p:nvPr>
            <p:ph type="title"/>
          </p:nvPr>
        </p:nvSpPr>
        <p:spPr/>
        <p:txBody>
          <a:bodyPr/>
          <a:lstStyle/>
          <a:p>
            <a:r>
              <a:rPr lang="en-IN" dirty="0"/>
              <a:t>Applications</a:t>
            </a:r>
          </a:p>
        </p:txBody>
      </p:sp>
      <p:sp>
        <p:nvSpPr>
          <p:cNvPr id="3" name="Content Placeholder 2">
            <a:extLst>
              <a:ext uri="{FF2B5EF4-FFF2-40B4-BE49-F238E27FC236}">
                <a16:creationId xmlns:a16="http://schemas.microsoft.com/office/drawing/2014/main" id="{E64EBEC3-78A3-7153-0FAE-73F45A55811C}"/>
              </a:ext>
            </a:extLst>
          </p:cNvPr>
          <p:cNvSpPr>
            <a:spLocks noGrp="1"/>
          </p:cNvSpPr>
          <p:nvPr>
            <p:ph idx="1"/>
          </p:nvPr>
        </p:nvSpPr>
        <p:spPr/>
        <p:txBody>
          <a:bodyPr/>
          <a:lstStyle/>
          <a:p>
            <a:r>
              <a:rPr lang="en-IN" dirty="0"/>
              <a:t>Used in medical diagnosis and disease prediction. Applied in loan approval and credit risk analysis. Used for fraud detection and spam email filtering. Decision trees support accurate classification and decision-making in many real-world applications.</a:t>
            </a:r>
          </a:p>
        </p:txBody>
      </p:sp>
    </p:spTree>
    <p:extLst>
      <p:ext uri="{BB962C8B-B14F-4D97-AF65-F5344CB8AC3E}">
        <p14:creationId xmlns:p14="http://schemas.microsoft.com/office/powerpoint/2010/main" val="157758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6077E-68EB-8406-224D-A185A27A25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80F0C4-1905-8C37-6297-B8786FD4EEF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35868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260</Words>
  <Application>Microsoft Office PowerPoint</Application>
  <PresentationFormat>Widescreen</PresentationFormat>
  <Paragraphs>15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Decision Tree Learning and Representation</vt:lpstr>
      <vt:lpstr>INTRODUCTION</vt:lpstr>
      <vt:lpstr>Working of Decision Tree</vt:lpstr>
      <vt:lpstr>Entropy and Information Gain</vt:lpstr>
      <vt:lpstr>Tree Pruning</vt:lpstr>
      <vt:lpstr>Advantages and Limitations</vt:lpstr>
      <vt:lpstr>Applications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Srinivasa reddy kunduru</dc:creator>
  <cp:lastModifiedBy>Srinivasa reddy kunduru</cp:lastModifiedBy>
  <cp:revision>1</cp:revision>
  <dcterms:created xsi:type="dcterms:W3CDTF">2026-07-27T12:54:55Z</dcterms:created>
  <dcterms:modified xsi:type="dcterms:W3CDTF">2026-08-05T08:54:44Z</dcterms:modified>
</cp:coreProperties>
</file>